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FULLSTACK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ERP_RMI_SOFULL — Fullstack Long-Term Blueprint</a:t>
            </a:r>
          </a:p>
          <a:p>
            <a:pPr>
              <a:defRPr sz="1300" b="0">
                <a:solidFill>
                  <a:srgbClr val="B4CDE6"/>
                </a:solidFill>
              </a:defRPr>
            </a:pPr>
            <a:r>
              <a:t>Futuristic Modern Elegan Jernih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B4CDE6"/>
                </a:solidFill>
              </a:defRPr>
            </a:pPr>
            <a:r>
              <a:t>UI ERP + API + Mobile/PWA + Ops Tools, disusun konsisten untuk operasi jangka panjang.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Definisi Fullstack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51760" cy="34747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ERP UI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Web modules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Role-based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651760" cy="34747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API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Partner API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Internal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651760" cy="34747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10512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Mobile/PWA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Operational mobility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Field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645920"/>
            <a:ext cx="2103120" cy="34747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810512"/>
            <a:ext cx="17830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Ops Tools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QA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Backup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LOKASI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Struktur Lokasi: 6 Kantor + 2 Depo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20624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5166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Kantor (Branch)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BGR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BKS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TGR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BDG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SLO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SMG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937760" cy="420624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10512"/>
            <a:ext cx="4617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Depo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JGY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KAL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Peta Modul MAIN (Entry 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5FAFF"/>
                </a:solidFill>
              </a:defRPr>
            </a:pPr>
            <a:r>
              <a:t>- dashboards/index.php</a:t>
            </a:r>
          </a:p>
          <a:p>
            <a:pPr>
              <a:spcAft>
                <a:spcPts val="600"/>
              </a:spcAft>
              <a:defRPr sz="1800" b="0">
                <a:solidFill>
                  <a:srgbClr val="F5FAFF"/>
                </a:solidFill>
              </a:defRPr>
            </a:pPr>
            <a:r>
              <a:t>- chat/index.php</a:t>
            </a:r>
          </a:p>
          <a:p>
            <a:pPr>
              <a:spcAft>
                <a:spcPts val="600"/>
              </a:spcAft>
              <a:defRPr sz="1800" b="0">
                <a:solidFill>
                  <a:srgbClr val="F5FAFF"/>
                </a:solidFill>
              </a:defRPr>
            </a:pPr>
            <a:r>
              <a:t>- docs/help_center.php</a:t>
            </a:r>
          </a:p>
          <a:p>
            <a:pPr>
              <a:spcAft>
                <a:spcPts val="600"/>
              </a:spcAft>
              <a:defRPr sz="1800" b="0">
                <a:solidFill>
                  <a:srgbClr val="F5FAFF"/>
                </a:solidFill>
              </a:defRPr>
            </a:pPr>
            <a:r>
              <a:t>- dashboards/owner/exec_summary.php</a:t>
            </a:r>
          </a:p>
          <a:p>
            <a:pPr>
              <a:spcAft>
                <a:spcPts val="600"/>
              </a:spcAft>
              <a:defRPr sz="1800" b="0">
                <a:solidFill>
                  <a:srgbClr val="F5FAFF"/>
                </a:solidFill>
              </a:defRPr>
            </a:pPr>
            <a:r>
              <a:t>- dashboards/quality/qc_complaint_dashboard.php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Master Data (master/index.php)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master_products.php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master_import_products.php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master_customers.php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master_import_customers.php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master_vendors.php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master_import_vendors.php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master_manufactures.php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master_employees.php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master_pricelist_sell.php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master_pricelist.php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master_office.php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master_departements.php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master_tax.php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master_payment_terms.php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itc_reset_password.php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account_readiness.php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master_data.php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master_system_login.php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master_system_config.php</a:t>
            </a:r>
          </a:p>
          <a:p>
            <a:pPr>
              <a:spcAft>
                <a:spcPts val="600"/>
              </a:spcAft>
              <a:defRPr sz="1300" b="0">
                <a:solidFill>
                  <a:srgbClr val="F5FAFF"/>
                </a:solidFill>
              </a:defRPr>
            </a:pPr>
            <a:r>
              <a:t>- company_bank_accounts.php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CRM / Sales + DO Tasks per Dept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Entry: sales/index.php -&gt; sales_dashboard.php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Core: sales_do.php, sales_order.php, crm_leads.php, crm_lead_create.php, crm_lead_edit.php, crm_lead_view.php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Monitoring: sales_control_tower.php, tax_invoices.php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DRAFT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47672" y="315468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sent_wqs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0672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46704" y="315468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wqs_processing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11496" y="315468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ready_scm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54496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10528" y="315468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on_delivery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19288" y="3566160"/>
            <a:ext cx="256031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315468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delivered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0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315468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wait_payment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83112" y="356616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439144" y="315468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paid/closed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10972800" cy="16459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10652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DO Tasks per Dept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WQS: stock/wqs_do_tasks.php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SCM: scm_do_tasks.php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ACT: act_do_tasks.php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FIN: fin_do_tasks.php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Purchases / PQP Import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Entry: purchases/index.php -&gt; purchases_dashboard.php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Control: purchases_import_control_tower.php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PO: purchases_po.php (+view/print)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GR/AP: purchases_gr.php, purchases_invoice_ap.php, purchases_payment_ap.php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Forwarder: purchases_forwarder_quotes.php, purchases_forwarding_tasks.php, purchases_forwarder_invoice.php, purchases_forwarder_payment.php</a:t>
            </a:r>
          </a:p>
          <a:p>
            <a:pPr>
              <a:spcAft>
                <a:spcPts val="600"/>
              </a:spcAft>
              <a:defRPr sz="1400" b="0">
                <a:solidFill>
                  <a:srgbClr val="F5FAFF"/>
                </a:solidFill>
              </a:defRPr>
            </a:pPr>
            <a:r>
              <a:t>- PIB &amp; Finance: purchases_ceisa_pib.php, stock_update_from_gr.php, bank_recon.php, fin_gl_auto.php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PR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47672" y="507492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PO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0672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46704" y="507492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GR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9704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45736" y="507492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Stock Update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54496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10528" y="507492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Invoice 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19288" y="5486400"/>
            <a:ext cx="256031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507492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Payment 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80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40112" y="507492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Forwarder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83112" y="548640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439144" y="507492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PIB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WQS /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AFF"/>
                </a:solidFill>
              </a:defRPr>
            </a:pPr>
            <a:r>
              <a:t>- Entry: stock/index.php</a:t>
            </a:r>
          </a:p>
          <a:p>
            <a:pPr>
              <a:spcAft>
                <a:spcPts val="600"/>
              </a:spcAft>
              <a:defRPr sz="1500" b="0">
                <a:solidFill>
                  <a:srgbClr val="F5FAFF"/>
                </a:solidFill>
              </a:defRPr>
            </a:pPr>
            <a:r>
              <a:t>- wqs_stock.php, wqs_incoming.php (+view)</a:t>
            </a:r>
          </a:p>
          <a:p>
            <a:pPr>
              <a:spcAft>
                <a:spcPts val="600"/>
              </a:spcAft>
              <a:defRPr sz="1500" b="0">
                <a:solidFill>
                  <a:srgbClr val="F5FAFF"/>
                </a:solidFill>
              </a:defRPr>
            </a:pPr>
            <a:r>
              <a:t>- wqs_allocation.php, wqs_picking.php (+view), wqs_do_tasks.php</a:t>
            </a:r>
          </a:p>
          <a:p>
            <a:pPr>
              <a:spcAft>
                <a:spcPts val="600"/>
              </a:spcAft>
              <a:defRPr sz="1500" b="0">
                <a:solidFill>
                  <a:srgbClr val="F5FAFF"/>
                </a:solidFill>
              </a:defRPr>
            </a:pPr>
            <a:r>
              <a:t>- wqs_pr.php (+view), wqs_stock_transfer.php, wqs_stock_adjustment.php</a:t>
            </a:r>
          </a:p>
          <a:p>
            <a:pPr>
              <a:spcAft>
                <a:spcPts val="600"/>
              </a:spcAft>
              <a:defRPr sz="1500" b="0">
                <a:solidFill>
                  <a:srgbClr val="F5FAFF"/>
                </a:solidFill>
              </a:defRPr>
            </a:pPr>
            <a:r>
              <a:t>- wqs_stock_opname.php, wqs_stock_audit.php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HRL + HRL Process + Reg Alkes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8056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3375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HRL Docs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hrl/index.php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hrl_docs.php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hrl_doc_view.php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hrl_doc_download.php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hrl_ack_report.php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hrl_tower.php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657600" cy="448056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19072"/>
            <a:ext cx="33375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HRL Process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hrl_process/index.php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request_view.php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request_print.php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my_pin.php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tower.php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download.php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554480"/>
            <a:ext cx="3291840" cy="448056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719072"/>
            <a:ext cx="2971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HRL Reg Alkes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hrl_reg_alkes/index.php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reg_alkes.php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reg_alkes_case.php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reg_alkes_control_tower.php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reg_alkes_sku_by_nie.php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reg_alkes_expiry_check.php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KPI Center (kpi/index.php)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kpi_center.php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kpi_dashboard_daily.php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kpi_dashboard_monthly.php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kpi_employee.php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kpi_office.php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kpi_stock.php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kpi_purchases.php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kpi_do_audit.php</a:t>
            </a:r>
          </a:p>
          <a:p>
            <a:pPr>
              <a:spcAft>
                <a:spcPts val="600"/>
              </a:spcAft>
              <a:defRPr sz="1700" b="0">
                <a:solidFill>
                  <a:srgbClr val="F5FAFF"/>
                </a:solidFill>
              </a:defRPr>
            </a:pPr>
            <a:r>
              <a:t>- kpi_do_sla.php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FIN Payroll + Rekening Perusahaan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7132320" cy="43891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68122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Payroll (payroll/index.php)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payroll_run.php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salary_matrix.php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loans.php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payslip.php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payroll_settings.php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audit.php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438912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810512"/>
            <a:ext cx="31546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Rekening Perusahaan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master/company_bank_accounts.php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MPR: New Customer Project + Budget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Entry: mpr/index.php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mpr_dashboard.php, mpr_plans.php, mpr_plan_view.php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mpr_budget_fin.php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mpr_ops_daily_fin.php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mpr_ops_daily_fin_detail.php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mpr_ops_daily_fin_pay.php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mpr_ops_daily_fin_export.php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mpr_api_contacts.php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ACT Fixed Asset (Fixed_Asset/index.php)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assets.php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ops.php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depreciation.php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audit.php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tax_annual.php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disposals.php</a:t>
            </a:r>
          </a:p>
          <a:p>
            <a:pPr>
              <a:spcAft>
                <a:spcPts val="600"/>
              </a:spcAft>
              <a:defRPr sz="1900" b="0">
                <a:solidFill>
                  <a:srgbClr val="F5FAFF"/>
                </a:solidFill>
              </a:defRPr>
            </a:pPr>
            <a:r>
              <a:t>- transfers.php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SETTINGS /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Tools &amp; Cutover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20624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5166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tools/index.php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backup_now / backup_manager / restore_now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health.php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migration/migrate.php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qa/*.php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ops/control_center.php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release/*.php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audit/*.php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937760" cy="4206240"/>
          </a:xfrm>
          <a:prstGeom prst="roundRect">
            <a:avLst/>
          </a:prstGeom>
          <a:solidFill>
            <a:srgbClr val="172E4C"/>
          </a:solidFill>
          <a:ln w="22860"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10512"/>
            <a:ext cx="4617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0DCFF"/>
                </a:solidFill>
              </a:defRPr>
            </a:pPr>
            <a:r>
              <a:t>Path Guard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/Volumes = CRITICAL FAIL</a:t>
            </a:r>
          </a:p>
          <a:p>
            <a:pPr>
              <a:defRPr sz="1200" b="0">
                <a:solidFill>
                  <a:srgbClr val="F5FAFF"/>
                </a:solidFill>
              </a:defRPr>
            </a:pPr>
            <a:r>
              <a:t>- Gunakan path NAS: /volume4/web/ERP_RMI_SOFULL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Roadmap Tahap 0-8 (Fondasi -&gt; Website &amp; PWA)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T0 Fondasi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13432" y="283464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T1 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56432" y="3246120"/>
            <a:ext cx="256031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12463" y="283464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T2 Master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55464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1496" y="2834640"/>
            <a:ext cx="114300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T3 CRM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54496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10528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T4 PQP/WQS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19288" y="3246120"/>
            <a:ext cx="256031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75320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T5 HRL/KPI/FIN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40112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T6 MPR/ACT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548872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804904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60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T7 Tools+Cutover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313664" y="3246120"/>
            <a:ext cx="256032" cy="0"/>
          </a:xfrm>
          <a:prstGeom prst="line">
            <a:avLst/>
          </a:prstGeom>
          <a:ln w="22860">
            <a:solidFill>
              <a:srgbClr val="5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569696" y="2834640"/>
            <a:ext cx="1508760" cy="822960"/>
          </a:xfrm>
          <a:prstGeom prst="roundRect">
            <a:avLst/>
          </a:prstGeom>
          <a:solidFill>
            <a:srgbClr val="0F213A"/>
          </a:solidFill>
          <a:ln>
            <a:solidFill>
              <a:srgbClr val="5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</a:defRPr>
            </a:pPr>
            <a:r>
              <a:t>T8 Website/PWA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CDE6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AFF"/>
                </a:solidFill>
              </a:defRPr>
            </a:pPr>
            <a:r>
              <a:t>Definition of Done (GO / NO-GO) + Maintenance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4CDE6"/>
                </a:solidFill>
              </a:defRPr>
            </a:pPr>
            <a:r>
              <a:t>ERP_RMI_SOFULL | RMI | 2026-03-08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GO jika gate QA hijau, path policy aman, backup-restore tervalidasi, dan smoke checks lulus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NO-GO jika ada critical fail pada security, schema, atau path guard</a:t>
            </a:r>
          </a:p>
          <a:p>
            <a:pPr>
              <a:spcAft>
                <a:spcPts val="600"/>
              </a:spcAft>
              <a:defRPr sz="1600" b="0">
                <a:solidFill>
                  <a:srgbClr val="F5FAFF"/>
                </a:solidFill>
              </a:defRPr>
            </a:pPr>
            <a:r>
              <a:t>- Rhythm pemeliharaan: daily health + smoke, weekly review, monthly cutover &amp; audit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