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097280"/>
            <a:ext cx="10543032" cy="3840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325880"/>
            <a:ext cx="420624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61872" y="1389888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PACK • OPTION 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874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ERP_RMI_SOFULL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97280" y="2788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 Permission Enforcement (85 jam) + DevOps Runbook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Pengembangan Kantor via Aplikasi Terbaru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4023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Deliverables: Word + PDF + Slide + MD Runbook + Full Project Pack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ERP_RMI_SOFULL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“final” di Option 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DevOps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Owner (tanpa bikin lelah)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55448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ERP tetap berjalan — perubahan incremental per file, rollback mudah.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konsisten: Per User, Per Dept, Per Level, Per Modul (server-side enforcement).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privilege escalation: direct URL/API tetap 403 kalau tidak berhak.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hardening (filename/folder/ext/size) + audit metadata.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200400"/>
            <a:ext cx="11091672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3832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yang kamu pegang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36972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913632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251960"/>
            <a:ext cx="32400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+ PDF (final)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MD Runbook di root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Task list Option A (85 jam)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45864" y="3794760"/>
            <a:ext cx="36972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4464" y="3913632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74464" y="4251960"/>
            <a:ext cx="32400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Bootstrap standar per modul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Guard UI+API (deny-by-default)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hardening + rollback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43088" y="3794760"/>
            <a:ext cx="369722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71688" y="3913632"/>
            <a:ext cx="3240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71688" y="4251960"/>
            <a:ext cx="324002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Checklist per role/dept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 URL tests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Anti privilege escalation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ERP_RMI_SOFULL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Model — 4 Dimensi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 • Dept • Level • Modul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252728"/>
            <a:ext cx="2340864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70432" y="131673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581912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master_system_login: dept_code, level_type, office_code, status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313432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2514600"/>
            <a:ext cx="3547872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70432" y="2578608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DEPARTEMEN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843784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WQS/SCM/PQP/FIN/ACT/HRL/SALES-CRM/MPR (+ SYS)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575304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05840" y="3776472"/>
            <a:ext cx="2542032" cy="310896"/>
          </a:xfrm>
          <a:prstGeom prst="round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70432" y="3840480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LEVEL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4105656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(operasional) • MANAGER (approve/tools) • ADMIN/SUPERADMIN (full)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837176"/>
            <a:ext cx="109728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5840" y="5038344"/>
            <a:ext cx="2542032" cy="310896"/>
          </a:xfrm>
          <a:prstGeom prst="round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5102352"/>
            <a:ext cx="22128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MODUL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5367528"/>
            <a:ext cx="10424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MASTER, PURCHASES, SALES, STOCK, KPI, PAYROLL, ABSENSI, …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Prinsip: server-side enforcement + least privilege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Mapping (Dept + Level → Permission)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4300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baseline yang dipakai untuk go-live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10744200" cy="51206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0992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1709928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(minimum)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41080" y="1709928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(tambahan)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112264"/>
            <a:ext cx="10744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22199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2221992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DASHBOARD.STOCK_VIEW; STOCK.VIEW/EDIT/RECEIVE/ISSUE; PURCHASES.GR_VIEW/EDIT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641080" y="222199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STOCK.ADJUST_APPROVE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2624328"/>
            <a:ext cx="107442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73405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2734056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DASHBOARD.FIN_VIEW; PURCHASES.AP_VIEW/EDIT; MASTER.BANK_EDIT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641080" y="273405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PURCHASES.AP_APPROVE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2960" y="3136392"/>
            <a:ext cx="10744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4612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3246120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DASHBOARD.FIN_VIEW; PURCHASES.IMPORT (PIB/CEISA); FA.VIEW/EDIT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641080" y="3246120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FA.APPROVE (opsional AP_APPROVE)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3648456"/>
            <a:ext cx="107442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375818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94560" y="3758184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DASHBOARD.PURCHASES_VIEW; PO_VIEW/EDIT; GR_VIEW; MASTER.MANUFACTURE_EDIT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41080" y="3758184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PO_APPROVE (opsional)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22960" y="4160520"/>
            <a:ext cx="10744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27024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PQP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94560" y="4270248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DASHBOARD.PURCHASES_VIEW; PR_VIEW/EDIT; (opsional) MASTER.PRODUCT_EDIT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41080" y="4270248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PR_APPROVE (opsional PO_APPROVE)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22960" y="4672584"/>
            <a:ext cx="10744200" cy="51206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78231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SALES/CRM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194560" y="4782312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DASHBOARD.SALES_VIEW; DO_VIEW/EDIT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41080" y="4782312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DO_APPROVE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" y="5184648"/>
            <a:ext cx="107442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29437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194560" y="5294376"/>
            <a:ext cx="6263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DASHBOARD.HRL_VIEW; HRL.DOC_VIEW/UPLOAD; REQUEST_VIEW/EDIT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41080" y="5294376"/>
            <a:ext cx="2880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DOC_APPROVE; REQUEST_APPROVE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" y="580644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Prinsip: least privilege + deny-by-default. Baseline bisa diadjust tanpa ubah flow bisnis.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mapping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Standard (UI + API)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server-side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00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wajib untuk setiap entrypoint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 bootstrap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require_login()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rbac_require(permission)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API: 401/403 JSON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Hide menu = UX only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971800"/>
            <a:ext cx="4846320" cy="265176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127248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require_once __DIR__ . '/../_shared/bootstrap.php';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require_login();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rbac_require($pdo, 'PURCHASES.AP_EDIT');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API: rmi_json(..., 401/403)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005840"/>
            <a:ext cx="5376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1887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Anti-Privilege Escalation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37960" y="1645920"/>
            <a:ext cx="48463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(role):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tidak bisa approve/payment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(scope):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Dept/office tidak bocor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Object-level: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Upload/delete doc hanya untuk entity yang authorized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4526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direct URL tests wajib lulus, bukan cuma menu disembunyikan.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enforcement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 Plan — 85 Jam (3–4 hari kerja)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+ rollback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10607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435608"/>
            <a:ext cx="17373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16152" y="1499616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435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PURCHASES: bootstrap + guard 23 file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54680" y="1801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Semua purchases entrypoint enforce login + permission/dept gate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2514600"/>
            <a:ext cx="10607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2715768"/>
            <a:ext cx="17373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779776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54680" y="27157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PURCHASES: upload hardening (9 file) + CSRF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54680" y="30815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safe_filename + safe_code + allowlist ext/size + CSRF untuk payment/status/upload/delete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794760"/>
            <a:ext cx="10607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95928"/>
            <a:ext cx="17373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16152" y="4059936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154680" y="3995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MASTER: upload hardening + output escaping; KPI guard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154680" y="43616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Master upload aman + rmi_h; KPI view manager+ &amp; edit HRL/admin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5074920"/>
            <a:ext cx="1060704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5276088"/>
            <a:ext cx="1737360" cy="310896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16152" y="5340096"/>
            <a:ext cx="140817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154680" y="5276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scope + Tools CLI/admin-only + UAT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56418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No data leakage; tools tidak bisa via web; rollback drill sukses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jam = estimasi kerja fokus (dev + devops)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— Modul Paling Sensitif (prioritas)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+ upload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groups (dari inventory modul purchases/)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60020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828800"/>
            <a:ext cx="3145536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1892808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/ PO / GR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225856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purchases_po.php / _view / _print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purchases_gr.php + load_items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purchases_pr_api.php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Permission: VIEW/EDIT/APPROVE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99632" y="160020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1828800"/>
            <a:ext cx="3145536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92824" y="1892808"/>
            <a:ext cx="28163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/ Payment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28232" y="225856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purchases_invoice_ap.php / _edit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purchases_payment_ap.php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28232" y="338328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Permission: AP_VIEW/AP_EDIT/AP_APPROVE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379476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023360"/>
            <a:ext cx="4206240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16152" y="4087368"/>
            <a:ext cx="3877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(PIB/CEISA)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45312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purchases_ceisa_pib.php / _view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purchases_import_control_*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55778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Permission: IMPORT + DOCS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3794760"/>
            <a:ext cx="53492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28232" y="4023360"/>
            <a:ext cx="3547872" cy="310896"/>
          </a:xfrm>
          <a:prstGeom prst="round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2824" y="4087368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 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28232" y="4453128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purchases_forwarder_quotes.php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purchases_forwarder_invoice.php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purchases_forwarder_payment.php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28232" y="5577840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Permission: DOC_UPLOAD/DELETE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Kunci: guard server-side + upload hardening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Runbook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• rollback • monitoring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Rollback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DB: mysqldump gzip (sebelum batch)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Code: backup per modul/per file (timestamp)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 drill: minimal 1x sebelum go-live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minimum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1600200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401/403 per user/module (spike = probing)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reject rate (ext/size/path)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RBAC changes (role/permission)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Double-submit payment blocked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2880360"/>
            <a:ext cx="10817352" cy="292608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063240"/>
            <a:ext cx="10332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 -p ~/ERP_BACKUP/db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mysqldump -h 127.0.0.1 -P 8889 -u root -p ERP_RMI_SOFULL | gzip &gt; ~/ERP_BACKUP/db/ERP_RMI_SOFULL_YYYYMMDD_HHMMSS.sql.gz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restore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gunzip -c ...sql.gz | mysql -h 127.0.0.1 -P 8889 -u root -p ERP_RMI_SOFULL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 ada di RBAC_OPTION_A_EXECUTION_RUNBOOK.md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Pengembangan Kantor — Aplikasi Terbaru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roadmap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2344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Tujuan: produktivitas + kolaborasi + visibilitas kinerja lintas kantor (integrasi bertahap, SSO, governance).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20040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45643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/ Google Workspace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45864" y="306324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74464" y="320040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Mgmt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74464" y="345643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Asana / ClickUp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943088" y="306324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71688" y="320040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71688" y="345643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Metabase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02336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" y="427939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 / Zoho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45864" y="388620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74464" y="402336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 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74464" y="427939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Freshservice / JSM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43088" y="388620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71688" y="402336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e-Sign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1688" y="427939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DocuSign / Adobe Sign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470916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84632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10235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BambooHR / HiBob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245864" y="470916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74464" y="484632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QMS/Reg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74464" y="510235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control + audit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43088" y="4709160"/>
            <a:ext cx="3697224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1688" y="4846320"/>
            <a:ext cx="32400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WMS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71688" y="5102352"/>
            <a:ext cx="324002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receiving/picking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0–30 / 30–60 / 60–90 hari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Office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&amp; Success Criteria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281160" y="2011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ready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5120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18872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(biar Owner tidak capek)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60020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Semua entrypoint UI/API enforce require_login + permission (server-side).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tidak bisa approve/payment approve (vertical escalation tertutup).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Dept/office scope tidak bocor (horizontal escalation tertutup).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Upload aman: filename/folder/ext/size + audit metadata.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Rollback drill berhasil (DB + code) sebelum go-live.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46120"/>
            <a:ext cx="10817352" cy="26974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42900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Eksekusi Option A (urut):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1) Purchases (guard + upload + CSRF)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2) Master (upload + rmi_h + CSRF)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3) KPI (view manager+; edit HRL/admin)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4) Dashboards (scope)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5) Tools (CLI-only + admin)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 pendamping: Word/PDF + MD Runbook + Full Project Pack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6419088"/>
            <a:ext cx="11091672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60196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Ready-to-execute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35040" y="6601968"/>
            <a:ext cx="56052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ERP_RMI_SOFULL Final Pack</dc:title>
  <dc:subject>Option A RBAC + Modern Office Program</dc:subject>
  <dc:creator>ERP_RMI_SOFULL</dc:creator>
  <cp:lastModifiedBy>ERP_RMI_SOFULL</cp:lastModifiedBy>
  <cp:revision>1</cp:revision>
  <dcterms:created xsi:type="dcterms:W3CDTF">2026-01-08T03:31:55Z</dcterms:created>
  <dcterms:modified xsi:type="dcterms:W3CDTF">2026-01-08T03:31:55Z</dcterms:modified>
</cp:coreProperties>
</file>